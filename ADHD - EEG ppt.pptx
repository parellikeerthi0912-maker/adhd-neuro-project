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Glacial Indifference" panose="020B0604020202020204" charset="0"/>
      <p:regular r:id="rId12"/>
    </p:embeddedFont>
    <p:embeddedFont>
      <p:font typeface="Rye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0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9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804251" y="2703629"/>
            <a:ext cx="6223407" cy="6656051"/>
          </a:xfrm>
          <a:custGeom>
            <a:avLst/>
            <a:gdLst/>
            <a:ahLst/>
            <a:cxnLst/>
            <a:rect l="l" t="t" r="r" b="b"/>
            <a:pathLst>
              <a:path w="6223407" h="6656051">
                <a:moveTo>
                  <a:pt x="6223407" y="0"/>
                </a:moveTo>
                <a:lnTo>
                  <a:pt x="0" y="0"/>
                </a:lnTo>
                <a:lnTo>
                  <a:pt x="0" y="6656051"/>
                </a:lnTo>
                <a:lnTo>
                  <a:pt x="6223407" y="6656051"/>
                </a:lnTo>
                <a:lnTo>
                  <a:pt x="622340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271574" y="9495475"/>
            <a:ext cx="14131282" cy="0"/>
          </a:xfrm>
          <a:prstGeom prst="line">
            <a:avLst/>
          </a:prstGeom>
          <a:ln w="38100" cap="flat">
            <a:solidFill>
              <a:srgbClr val="000C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7003745" y="-156609"/>
            <a:ext cx="1023913" cy="9516288"/>
          </a:xfrm>
          <a:custGeom>
            <a:avLst/>
            <a:gdLst/>
            <a:ahLst/>
            <a:cxnLst/>
            <a:rect l="l" t="t" r="r" b="b"/>
            <a:pathLst>
              <a:path w="1023913" h="9516288">
                <a:moveTo>
                  <a:pt x="0" y="9516289"/>
                </a:moveTo>
                <a:lnTo>
                  <a:pt x="795313" y="9516289"/>
                </a:lnTo>
                <a:cubicBezTo>
                  <a:pt x="921566" y="9516289"/>
                  <a:pt x="1023913" y="9413941"/>
                  <a:pt x="1023913" y="9287689"/>
                </a:cubicBezTo>
                <a:lnTo>
                  <a:pt x="1023913" y="0"/>
                </a:lnTo>
              </a:path>
            </a:pathLst>
          </a:custGeom>
          <a:ln w="38100" cap="flat">
            <a:solidFill>
              <a:srgbClr val="000C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-429631" y="9892503"/>
            <a:ext cx="7315200" cy="73152"/>
          </a:xfrm>
          <a:custGeom>
            <a:avLst/>
            <a:gdLst/>
            <a:ahLst/>
            <a:cxnLst/>
            <a:rect l="l" t="t" r="r" b="b"/>
            <a:pathLst>
              <a:path w="7315200" h="73152">
                <a:moveTo>
                  <a:pt x="0" y="0"/>
                </a:moveTo>
                <a:lnTo>
                  <a:pt x="7315200" y="0"/>
                </a:lnTo>
                <a:lnTo>
                  <a:pt x="7315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866519" y="9892503"/>
            <a:ext cx="7315200" cy="73152"/>
          </a:xfrm>
          <a:custGeom>
            <a:avLst/>
            <a:gdLst/>
            <a:ahLst/>
            <a:cxnLst/>
            <a:rect l="l" t="t" r="r" b="b"/>
            <a:pathLst>
              <a:path w="7315200" h="73152">
                <a:moveTo>
                  <a:pt x="0" y="0"/>
                </a:moveTo>
                <a:lnTo>
                  <a:pt x="7315200" y="0"/>
                </a:lnTo>
                <a:lnTo>
                  <a:pt x="7315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71308">
            <a:off x="-1717501" y="-1022608"/>
            <a:ext cx="9016740" cy="4102617"/>
          </a:xfrm>
          <a:custGeom>
            <a:avLst/>
            <a:gdLst/>
            <a:ahLst/>
            <a:cxnLst/>
            <a:rect l="l" t="t" r="r" b="b"/>
            <a:pathLst>
              <a:path w="9016740" h="4102617">
                <a:moveTo>
                  <a:pt x="0" y="0"/>
                </a:moveTo>
                <a:lnTo>
                  <a:pt x="9016740" y="0"/>
                </a:lnTo>
                <a:lnTo>
                  <a:pt x="9016740" y="4102616"/>
                </a:lnTo>
                <a:lnTo>
                  <a:pt x="0" y="4102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902970">
            <a:off x="10835227" y="596355"/>
            <a:ext cx="3396251" cy="2852851"/>
          </a:xfrm>
          <a:custGeom>
            <a:avLst/>
            <a:gdLst/>
            <a:ahLst/>
            <a:cxnLst/>
            <a:rect l="l" t="t" r="r" b="b"/>
            <a:pathLst>
              <a:path w="3396251" h="2852851">
                <a:moveTo>
                  <a:pt x="0" y="0"/>
                </a:moveTo>
                <a:lnTo>
                  <a:pt x="3396252" y="0"/>
                </a:lnTo>
                <a:lnTo>
                  <a:pt x="3396252" y="2852851"/>
                </a:lnTo>
                <a:lnTo>
                  <a:pt x="0" y="285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91400" y="-20894"/>
            <a:ext cx="2753315" cy="2795584"/>
          </a:xfrm>
          <a:custGeom>
            <a:avLst/>
            <a:gdLst/>
            <a:ahLst/>
            <a:cxnLst/>
            <a:rect l="l" t="t" r="r" b="b"/>
            <a:pathLst>
              <a:path w="3559773" h="3300100">
                <a:moveTo>
                  <a:pt x="0" y="0"/>
                </a:moveTo>
                <a:lnTo>
                  <a:pt x="3559773" y="0"/>
                </a:lnTo>
                <a:lnTo>
                  <a:pt x="3559773" y="3300100"/>
                </a:lnTo>
                <a:lnTo>
                  <a:pt x="0" y="3300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934" b="-393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48201" y="465812"/>
            <a:ext cx="9790794" cy="2691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1"/>
              </a:lnSpc>
            </a:pPr>
            <a:r>
              <a:rPr lang="en-US" sz="5115" spc="20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EEG-Based ADHD Detection Using a Multi-Model Deep Learning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2621" y="6143445"/>
            <a:ext cx="3871239" cy="295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Team Members: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1.S. R. Karthikeya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2.Keerthi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3.Amuktha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4.Ambika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5.Grithika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Mentor: Dr.M.Deepika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201" y="3508303"/>
            <a:ext cx="11090046" cy="1635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71"/>
              </a:lnSpc>
              <a:spcBef>
                <a:spcPct val="0"/>
              </a:spcBef>
            </a:pPr>
            <a:r>
              <a:rPr lang="en-US" sz="3122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ADHD classification from EEG signals is challenging because EEG contains complex temporal, spatial and frequency-domain information.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8025" y="5620243"/>
            <a:ext cx="3180430" cy="414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GROUP ID: 1605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457413">
            <a:off x="-654894" y="7471233"/>
            <a:ext cx="2743663" cy="2688789"/>
          </a:xfrm>
          <a:custGeom>
            <a:avLst/>
            <a:gdLst/>
            <a:ahLst/>
            <a:cxnLst/>
            <a:rect l="l" t="t" r="r" b="b"/>
            <a:pathLst>
              <a:path w="2743663" h="2688789">
                <a:moveTo>
                  <a:pt x="0" y="0"/>
                </a:moveTo>
                <a:lnTo>
                  <a:pt x="2743663" y="0"/>
                </a:lnTo>
                <a:lnTo>
                  <a:pt x="2743663" y="2688789"/>
                </a:lnTo>
                <a:lnTo>
                  <a:pt x="0" y="26887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279530">
            <a:off x="-237133" y="93711"/>
            <a:ext cx="1908142" cy="1869979"/>
          </a:xfrm>
          <a:custGeom>
            <a:avLst/>
            <a:gdLst/>
            <a:ahLst/>
            <a:cxnLst/>
            <a:rect l="l" t="t" r="r" b="b"/>
            <a:pathLst>
              <a:path w="1908142" h="1869979">
                <a:moveTo>
                  <a:pt x="0" y="0"/>
                </a:moveTo>
                <a:lnTo>
                  <a:pt x="1908141" y="0"/>
                </a:lnTo>
                <a:lnTo>
                  <a:pt x="1908141" y="1869978"/>
                </a:lnTo>
                <a:lnTo>
                  <a:pt x="0" y="1869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9200" y="1593483"/>
            <a:ext cx="15580151" cy="8002180"/>
          </a:xfrm>
          <a:custGeom>
            <a:avLst/>
            <a:gdLst/>
            <a:ahLst/>
            <a:cxnLst/>
            <a:rect l="l" t="t" r="r" b="b"/>
            <a:pathLst>
              <a:path w="15580151" h="8002180">
                <a:moveTo>
                  <a:pt x="0" y="0"/>
                </a:moveTo>
                <a:lnTo>
                  <a:pt x="15580151" y="0"/>
                </a:lnTo>
                <a:lnTo>
                  <a:pt x="15580151" y="8002181"/>
                </a:lnTo>
                <a:lnTo>
                  <a:pt x="0" y="8002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35" t="-17290" r="-2160"/>
            </a:stretch>
          </a:blipFill>
        </p:spPr>
      </p:sp>
      <p:sp>
        <p:nvSpPr>
          <p:cNvPr id="5" name="Freeform 5"/>
          <p:cNvSpPr/>
          <p:nvPr/>
        </p:nvSpPr>
        <p:spPr>
          <a:xfrm rot="-6901227">
            <a:off x="16590002" y="-315695"/>
            <a:ext cx="2743663" cy="2688789"/>
          </a:xfrm>
          <a:custGeom>
            <a:avLst/>
            <a:gdLst/>
            <a:ahLst/>
            <a:cxnLst/>
            <a:rect l="l" t="t" r="r" b="b"/>
            <a:pathLst>
              <a:path w="2743663" h="2688789">
                <a:moveTo>
                  <a:pt x="0" y="0"/>
                </a:moveTo>
                <a:lnTo>
                  <a:pt x="2743662" y="0"/>
                </a:lnTo>
                <a:lnTo>
                  <a:pt x="2743662" y="2688790"/>
                </a:lnTo>
                <a:lnTo>
                  <a:pt x="0" y="2688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552630" y="0"/>
            <a:ext cx="2219590" cy="1968120"/>
          </a:xfrm>
          <a:custGeom>
            <a:avLst/>
            <a:gdLst/>
            <a:ahLst/>
            <a:cxnLst/>
            <a:rect l="l" t="t" r="r" b="b"/>
            <a:pathLst>
              <a:path w="2219590" h="1968120">
                <a:moveTo>
                  <a:pt x="0" y="0"/>
                </a:moveTo>
                <a:lnTo>
                  <a:pt x="2219590" y="0"/>
                </a:lnTo>
                <a:lnTo>
                  <a:pt x="2219590" y="1968120"/>
                </a:lnTo>
                <a:lnTo>
                  <a:pt x="0" y="196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928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148583" y="63294"/>
            <a:ext cx="8689935" cy="127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84"/>
              </a:lnSpc>
            </a:pPr>
            <a:r>
              <a:rPr lang="en-US" sz="7489" spc="29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INTRODUCTION</a:t>
            </a:r>
          </a:p>
        </p:txBody>
      </p:sp>
      <p:sp>
        <p:nvSpPr>
          <p:cNvPr id="8" name="Freeform 8"/>
          <p:cNvSpPr/>
          <p:nvPr/>
        </p:nvSpPr>
        <p:spPr>
          <a:xfrm rot="3457413">
            <a:off x="16236455" y="8942605"/>
            <a:ext cx="2743663" cy="2688789"/>
          </a:xfrm>
          <a:custGeom>
            <a:avLst/>
            <a:gdLst/>
            <a:ahLst/>
            <a:cxnLst/>
            <a:rect l="l" t="t" r="r" b="b"/>
            <a:pathLst>
              <a:path w="2743663" h="2688789">
                <a:moveTo>
                  <a:pt x="0" y="0"/>
                </a:moveTo>
                <a:lnTo>
                  <a:pt x="2743662" y="0"/>
                </a:lnTo>
                <a:lnTo>
                  <a:pt x="2743662" y="2688790"/>
                </a:lnTo>
                <a:lnTo>
                  <a:pt x="0" y="2688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611733"/>
            <a:ext cx="17766281" cy="1323348"/>
            <a:chOff x="0" y="0"/>
            <a:chExt cx="4679185" cy="348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79185" cy="348536"/>
            </a:xfrm>
            <a:custGeom>
              <a:avLst/>
              <a:gdLst/>
              <a:ahLst/>
              <a:cxnLst/>
              <a:rect l="l" t="t" r="r" b="b"/>
              <a:pathLst>
                <a:path w="4679185" h="348536">
                  <a:moveTo>
                    <a:pt x="10894" y="0"/>
                  </a:moveTo>
                  <a:lnTo>
                    <a:pt x="4668291" y="0"/>
                  </a:lnTo>
                  <a:cubicBezTo>
                    <a:pt x="4671180" y="0"/>
                    <a:pt x="4673952" y="1148"/>
                    <a:pt x="4675994" y="3191"/>
                  </a:cubicBezTo>
                  <a:cubicBezTo>
                    <a:pt x="4678038" y="5234"/>
                    <a:pt x="4679185" y="8005"/>
                    <a:pt x="4679185" y="10894"/>
                  </a:cubicBezTo>
                  <a:lnTo>
                    <a:pt x="4679185" y="337642"/>
                  </a:lnTo>
                  <a:cubicBezTo>
                    <a:pt x="4679185" y="343659"/>
                    <a:pt x="4674308" y="348536"/>
                    <a:pt x="4668291" y="348536"/>
                  </a:cubicBezTo>
                  <a:lnTo>
                    <a:pt x="10894" y="348536"/>
                  </a:lnTo>
                  <a:cubicBezTo>
                    <a:pt x="8005" y="348536"/>
                    <a:pt x="5234" y="347388"/>
                    <a:pt x="3191" y="345345"/>
                  </a:cubicBezTo>
                  <a:cubicBezTo>
                    <a:pt x="1148" y="343302"/>
                    <a:pt x="0" y="340531"/>
                    <a:pt x="0" y="337642"/>
                  </a:cubicBezTo>
                  <a:lnTo>
                    <a:pt x="0" y="10894"/>
                  </a:lnTo>
                  <a:cubicBezTo>
                    <a:pt x="0" y="8005"/>
                    <a:pt x="1148" y="5234"/>
                    <a:pt x="3191" y="3191"/>
                  </a:cubicBezTo>
                  <a:cubicBezTo>
                    <a:pt x="5234" y="1148"/>
                    <a:pt x="8005" y="0"/>
                    <a:pt x="10894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679185" cy="377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228923">
            <a:off x="-760871" y="-1118575"/>
            <a:ext cx="6160833" cy="2803179"/>
          </a:xfrm>
          <a:custGeom>
            <a:avLst/>
            <a:gdLst/>
            <a:ahLst/>
            <a:cxnLst/>
            <a:rect l="l" t="t" r="r" b="b"/>
            <a:pathLst>
              <a:path w="6160833" h="2803179">
                <a:moveTo>
                  <a:pt x="0" y="0"/>
                </a:moveTo>
                <a:lnTo>
                  <a:pt x="6160834" y="0"/>
                </a:lnTo>
                <a:lnTo>
                  <a:pt x="6160834" y="2803179"/>
                </a:lnTo>
                <a:lnTo>
                  <a:pt x="0" y="2803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654474" y="97590"/>
            <a:ext cx="1633526" cy="931110"/>
          </a:xfrm>
          <a:custGeom>
            <a:avLst/>
            <a:gdLst/>
            <a:ahLst/>
            <a:cxnLst/>
            <a:rect l="l" t="t" r="r" b="b"/>
            <a:pathLst>
              <a:path w="1633526" h="931110">
                <a:moveTo>
                  <a:pt x="0" y="0"/>
                </a:moveTo>
                <a:lnTo>
                  <a:pt x="1633526" y="0"/>
                </a:lnTo>
                <a:lnTo>
                  <a:pt x="1633526" y="931110"/>
                </a:lnTo>
                <a:lnTo>
                  <a:pt x="0" y="931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8244003">
            <a:off x="13574058" y="7463224"/>
            <a:ext cx="6160833" cy="2803179"/>
          </a:xfrm>
          <a:custGeom>
            <a:avLst/>
            <a:gdLst/>
            <a:ahLst/>
            <a:cxnLst/>
            <a:rect l="l" t="t" r="r" b="b"/>
            <a:pathLst>
              <a:path w="6160833" h="2803179">
                <a:moveTo>
                  <a:pt x="0" y="0"/>
                </a:moveTo>
                <a:lnTo>
                  <a:pt x="6160833" y="0"/>
                </a:lnTo>
                <a:lnTo>
                  <a:pt x="6160833" y="2803179"/>
                </a:lnTo>
                <a:lnTo>
                  <a:pt x="0" y="2803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0FDCCB-ED91-7AA6-4E03-C3B8919C1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80" y="111377"/>
            <a:ext cx="16226439" cy="9084510"/>
          </a:xfrm>
          <a:prstGeom prst="rect">
            <a:avLst/>
          </a:prstGeom>
        </p:spPr>
      </p:pic>
      <p:pic>
        <p:nvPicPr>
          <p:cNvPr id="20" name="Picture 19" descr="Brain PNG | Brain picture for edit, Human brain pictures, Picture of a brain">
            <a:extLst>
              <a:ext uri="{FF2B5EF4-FFF2-40B4-BE49-F238E27FC236}">
                <a16:creationId xmlns:a16="http://schemas.microsoft.com/office/drawing/2014/main" id="{F12FB31D-C7B4-B1EA-CA8F-0DFFA02FCA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5800" y="111377"/>
            <a:ext cx="2057403" cy="21846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029">
            <a:off x="15082024" y="7933153"/>
            <a:ext cx="3894978" cy="3817078"/>
          </a:xfrm>
          <a:custGeom>
            <a:avLst/>
            <a:gdLst/>
            <a:ahLst/>
            <a:cxnLst/>
            <a:rect l="l" t="t" r="r" b="b"/>
            <a:pathLst>
              <a:path w="3894978" h="3817078">
                <a:moveTo>
                  <a:pt x="0" y="0"/>
                </a:moveTo>
                <a:lnTo>
                  <a:pt x="3894978" y="0"/>
                </a:lnTo>
                <a:lnTo>
                  <a:pt x="3894978" y="3817078"/>
                </a:lnTo>
                <a:lnTo>
                  <a:pt x="0" y="3817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12260" y="325958"/>
            <a:ext cx="1232881" cy="702742"/>
          </a:xfrm>
          <a:custGeom>
            <a:avLst/>
            <a:gdLst/>
            <a:ahLst/>
            <a:cxnLst/>
            <a:rect l="l" t="t" r="r" b="b"/>
            <a:pathLst>
              <a:path w="1232881" h="702742">
                <a:moveTo>
                  <a:pt x="0" y="0"/>
                </a:moveTo>
                <a:lnTo>
                  <a:pt x="1232880" y="0"/>
                </a:lnTo>
                <a:lnTo>
                  <a:pt x="1232880" y="702742"/>
                </a:lnTo>
                <a:lnTo>
                  <a:pt x="0" y="7027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295060">
            <a:off x="15755978" y="-444556"/>
            <a:ext cx="3006645" cy="2946512"/>
          </a:xfrm>
          <a:custGeom>
            <a:avLst/>
            <a:gdLst/>
            <a:ahLst/>
            <a:cxnLst/>
            <a:rect l="l" t="t" r="r" b="b"/>
            <a:pathLst>
              <a:path w="3006645" h="2946512">
                <a:moveTo>
                  <a:pt x="0" y="0"/>
                </a:moveTo>
                <a:lnTo>
                  <a:pt x="3006644" y="0"/>
                </a:lnTo>
                <a:lnTo>
                  <a:pt x="3006644" y="2946512"/>
                </a:lnTo>
                <a:lnTo>
                  <a:pt x="0" y="2946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334029">
            <a:off x="-302349" y="8110145"/>
            <a:ext cx="3894978" cy="3817078"/>
          </a:xfrm>
          <a:custGeom>
            <a:avLst/>
            <a:gdLst/>
            <a:ahLst/>
            <a:cxnLst/>
            <a:rect l="l" t="t" r="r" b="b"/>
            <a:pathLst>
              <a:path w="3894978" h="3817078">
                <a:moveTo>
                  <a:pt x="0" y="0"/>
                </a:moveTo>
                <a:lnTo>
                  <a:pt x="3894978" y="0"/>
                </a:lnTo>
                <a:lnTo>
                  <a:pt x="3894978" y="3817079"/>
                </a:lnTo>
                <a:lnTo>
                  <a:pt x="0" y="3817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18977" y="1837211"/>
            <a:ext cx="17194308" cy="7258043"/>
          </a:xfrm>
          <a:custGeom>
            <a:avLst/>
            <a:gdLst/>
            <a:ahLst/>
            <a:cxnLst/>
            <a:rect l="l" t="t" r="r" b="b"/>
            <a:pathLst>
              <a:path w="17194308" h="7258043">
                <a:moveTo>
                  <a:pt x="0" y="0"/>
                </a:moveTo>
                <a:lnTo>
                  <a:pt x="17194308" y="0"/>
                </a:lnTo>
                <a:lnTo>
                  <a:pt x="17194308" y="7258043"/>
                </a:lnTo>
                <a:lnTo>
                  <a:pt x="0" y="7258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5137" b="-811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22150" y="183083"/>
            <a:ext cx="9915920" cy="128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84"/>
              </a:lnSpc>
            </a:pPr>
            <a:r>
              <a:rPr lang="en-US" sz="7489" spc="29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Problem Definition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6757487" y="-1151721"/>
            <a:ext cx="2574218" cy="2574218"/>
          </a:xfrm>
          <a:custGeom>
            <a:avLst/>
            <a:gdLst/>
            <a:ahLst/>
            <a:cxnLst/>
            <a:rect l="l" t="t" r="r" b="b"/>
            <a:pathLst>
              <a:path w="2574218" h="2574218">
                <a:moveTo>
                  <a:pt x="0" y="0"/>
                </a:moveTo>
                <a:lnTo>
                  <a:pt x="2574218" y="0"/>
                </a:lnTo>
                <a:lnTo>
                  <a:pt x="2574218" y="2574217"/>
                </a:lnTo>
                <a:lnTo>
                  <a:pt x="0" y="25742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7664240" y="1673242"/>
            <a:ext cx="1667465" cy="1667465"/>
          </a:xfrm>
          <a:custGeom>
            <a:avLst/>
            <a:gdLst/>
            <a:ahLst/>
            <a:cxnLst/>
            <a:rect l="l" t="t" r="r" b="b"/>
            <a:pathLst>
              <a:path w="1667465" h="1667465">
                <a:moveTo>
                  <a:pt x="0" y="0"/>
                </a:moveTo>
                <a:lnTo>
                  <a:pt x="1667465" y="0"/>
                </a:lnTo>
                <a:lnTo>
                  <a:pt x="1667465" y="1667465"/>
                </a:lnTo>
                <a:lnTo>
                  <a:pt x="0" y="1667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-1043705" y="8864504"/>
            <a:ext cx="2574218" cy="2574218"/>
          </a:xfrm>
          <a:custGeom>
            <a:avLst/>
            <a:gdLst/>
            <a:ahLst/>
            <a:cxnLst/>
            <a:rect l="l" t="t" r="r" b="b"/>
            <a:pathLst>
              <a:path w="2574218" h="2574218">
                <a:moveTo>
                  <a:pt x="0" y="0"/>
                </a:moveTo>
                <a:lnTo>
                  <a:pt x="2574218" y="0"/>
                </a:lnTo>
                <a:lnTo>
                  <a:pt x="2574218" y="2574217"/>
                </a:lnTo>
                <a:lnTo>
                  <a:pt x="0" y="25742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-1043705" y="6946293"/>
            <a:ext cx="1667465" cy="1667465"/>
          </a:xfrm>
          <a:custGeom>
            <a:avLst/>
            <a:gdLst/>
            <a:ahLst/>
            <a:cxnLst/>
            <a:rect l="l" t="t" r="r" b="b"/>
            <a:pathLst>
              <a:path w="1667465" h="1667465">
                <a:moveTo>
                  <a:pt x="0" y="0"/>
                </a:moveTo>
                <a:lnTo>
                  <a:pt x="1667465" y="0"/>
                </a:lnTo>
                <a:lnTo>
                  <a:pt x="1667465" y="1667465"/>
                </a:lnTo>
                <a:lnTo>
                  <a:pt x="0" y="1667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371802">
            <a:off x="15728184" y="7969121"/>
            <a:ext cx="3312969" cy="3246709"/>
          </a:xfrm>
          <a:custGeom>
            <a:avLst/>
            <a:gdLst/>
            <a:ahLst/>
            <a:cxnLst/>
            <a:rect l="l" t="t" r="r" b="b"/>
            <a:pathLst>
              <a:path w="3312969" h="3246709">
                <a:moveTo>
                  <a:pt x="0" y="0"/>
                </a:moveTo>
                <a:lnTo>
                  <a:pt x="3312968" y="0"/>
                </a:lnTo>
                <a:lnTo>
                  <a:pt x="3312968" y="3246709"/>
                </a:lnTo>
                <a:lnTo>
                  <a:pt x="0" y="3246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47783">
            <a:off x="13025590" y="9158594"/>
            <a:ext cx="2033368" cy="1992701"/>
          </a:xfrm>
          <a:custGeom>
            <a:avLst/>
            <a:gdLst/>
            <a:ahLst/>
            <a:cxnLst/>
            <a:rect l="l" t="t" r="r" b="b"/>
            <a:pathLst>
              <a:path w="2033368" h="1992701">
                <a:moveTo>
                  <a:pt x="0" y="0"/>
                </a:moveTo>
                <a:lnTo>
                  <a:pt x="2033368" y="0"/>
                </a:lnTo>
                <a:lnTo>
                  <a:pt x="2033368" y="1992701"/>
                </a:lnTo>
                <a:lnTo>
                  <a:pt x="0" y="1992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95953" y="1673242"/>
            <a:ext cx="14496093" cy="8168032"/>
          </a:xfrm>
          <a:custGeom>
            <a:avLst/>
            <a:gdLst/>
            <a:ahLst/>
            <a:cxnLst/>
            <a:rect l="l" t="t" r="r" b="b"/>
            <a:pathLst>
              <a:path w="14496093" h="8168032">
                <a:moveTo>
                  <a:pt x="0" y="0"/>
                </a:moveTo>
                <a:lnTo>
                  <a:pt x="14496094" y="0"/>
                </a:lnTo>
                <a:lnTo>
                  <a:pt x="14496094" y="8168032"/>
                </a:lnTo>
                <a:lnTo>
                  <a:pt x="0" y="8168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779" r="-39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306204" y="257117"/>
            <a:ext cx="9251767" cy="124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73"/>
              </a:lnSpc>
            </a:pPr>
            <a:r>
              <a:rPr lang="en-US" sz="7337" spc="29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PROJECT SCOPE</a:t>
            </a:r>
          </a:p>
        </p:txBody>
      </p:sp>
      <p:sp>
        <p:nvSpPr>
          <p:cNvPr id="10" name="Freeform 10"/>
          <p:cNvSpPr/>
          <p:nvPr/>
        </p:nvSpPr>
        <p:spPr>
          <a:xfrm rot="-10699711">
            <a:off x="-747634" y="-907210"/>
            <a:ext cx="3312969" cy="3246709"/>
          </a:xfrm>
          <a:custGeom>
            <a:avLst/>
            <a:gdLst/>
            <a:ahLst/>
            <a:cxnLst/>
            <a:rect l="l" t="t" r="r" b="b"/>
            <a:pathLst>
              <a:path w="3312969" h="3246709">
                <a:moveTo>
                  <a:pt x="0" y="0"/>
                </a:moveTo>
                <a:lnTo>
                  <a:pt x="3312969" y="0"/>
                </a:lnTo>
                <a:lnTo>
                  <a:pt x="3312969" y="3246709"/>
                </a:lnTo>
                <a:lnTo>
                  <a:pt x="0" y="3246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004419">
            <a:off x="15133181" y="-654178"/>
            <a:ext cx="3888540" cy="3810769"/>
          </a:xfrm>
          <a:custGeom>
            <a:avLst/>
            <a:gdLst/>
            <a:ahLst/>
            <a:cxnLst/>
            <a:rect l="l" t="t" r="r" b="b"/>
            <a:pathLst>
              <a:path w="3888540" h="3810769">
                <a:moveTo>
                  <a:pt x="0" y="0"/>
                </a:moveTo>
                <a:lnTo>
                  <a:pt x="3888540" y="0"/>
                </a:lnTo>
                <a:lnTo>
                  <a:pt x="3888540" y="3810770"/>
                </a:lnTo>
                <a:lnTo>
                  <a:pt x="0" y="381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435370">
            <a:off x="16930479" y="-881722"/>
            <a:ext cx="2116782" cy="2074446"/>
          </a:xfrm>
          <a:custGeom>
            <a:avLst/>
            <a:gdLst/>
            <a:ahLst/>
            <a:cxnLst/>
            <a:rect l="l" t="t" r="r" b="b"/>
            <a:pathLst>
              <a:path w="2116782" h="2074446">
                <a:moveTo>
                  <a:pt x="0" y="0"/>
                </a:moveTo>
                <a:lnTo>
                  <a:pt x="2116782" y="0"/>
                </a:lnTo>
                <a:lnTo>
                  <a:pt x="2116782" y="2074446"/>
                </a:lnTo>
                <a:lnTo>
                  <a:pt x="0" y="20744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512864" y="-1341447"/>
            <a:ext cx="2574218" cy="2574218"/>
          </a:xfrm>
          <a:custGeom>
            <a:avLst/>
            <a:gdLst/>
            <a:ahLst/>
            <a:cxnLst/>
            <a:rect l="l" t="t" r="r" b="b"/>
            <a:pathLst>
              <a:path w="2574218" h="2574218">
                <a:moveTo>
                  <a:pt x="0" y="0"/>
                </a:moveTo>
                <a:lnTo>
                  <a:pt x="2574218" y="0"/>
                </a:lnTo>
                <a:lnTo>
                  <a:pt x="2574218" y="2574218"/>
                </a:lnTo>
                <a:lnTo>
                  <a:pt x="0" y="25742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878428" y="1396977"/>
            <a:ext cx="1142104" cy="650999"/>
          </a:xfrm>
          <a:custGeom>
            <a:avLst/>
            <a:gdLst/>
            <a:ahLst/>
            <a:cxnLst/>
            <a:rect l="l" t="t" r="r" b="b"/>
            <a:pathLst>
              <a:path w="1142104" h="650999">
                <a:moveTo>
                  <a:pt x="0" y="0"/>
                </a:moveTo>
                <a:lnTo>
                  <a:pt x="1142104" y="0"/>
                </a:lnTo>
                <a:lnTo>
                  <a:pt x="1142104" y="650999"/>
                </a:lnTo>
                <a:lnTo>
                  <a:pt x="0" y="6509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67468" y="8239024"/>
            <a:ext cx="1142104" cy="650999"/>
          </a:xfrm>
          <a:custGeom>
            <a:avLst/>
            <a:gdLst/>
            <a:ahLst/>
            <a:cxnLst/>
            <a:rect l="l" t="t" r="r" b="b"/>
            <a:pathLst>
              <a:path w="1142104" h="650999">
                <a:moveTo>
                  <a:pt x="0" y="0"/>
                </a:moveTo>
                <a:lnTo>
                  <a:pt x="1142104" y="0"/>
                </a:lnTo>
                <a:lnTo>
                  <a:pt x="1142104" y="650999"/>
                </a:lnTo>
                <a:lnTo>
                  <a:pt x="0" y="6509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0216" y="1583691"/>
            <a:ext cx="17827567" cy="8554603"/>
          </a:xfrm>
          <a:custGeom>
            <a:avLst/>
            <a:gdLst/>
            <a:ahLst/>
            <a:cxnLst/>
            <a:rect l="l" t="t" r="r" b="b"/>
            <a:pathLst>
              <a:path w="17827567" h="8554603">
                <a:moveTo>
                  <a:pt x="0" y="0"/>
                </a:moveTo>
                <a:lnTo>
                  <a:pt x="17827566" y="0"/>
                </a:lnTo>
                <a:lnTo>
                  <a:pt x="17827566" y="8554602"/>
                </a:lnTo>
                <a:lnTo>
                  <a:pt x="0" y="8554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336" b="-288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01605" y="330833"/>
            <a:ext cx="12048176" cy="1252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sz="7299" dirty="0">
                <a:solidFill>
                  <a:srgbClr val="000000"/>
                </a:solidFill>
                <a:latin typeface="Rye"/>
                <a:ea typeface="Rye"/>
                <a:cs typeface="Rye"/>
                <a:sym typeface="Rye"/>
              </a:rPr>
              <a:t>PROPOSED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9748835"/>
            <a:ext cx="11429719" cy="1296163"/>
            <a:chOff x="0" y="0"/>
            <a:chExt cx="3010296" cy="341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0296" cy="341376"/>
            </a:xfrm>
            <a:custGeom>
              <a:avLst/>
              <a:gdLst/>
              <a:ahLst/>
              <a:cxnLst/>
              <a:rect l="l" t="t" r="r" b="b"/>
              <a:pathLst>
                <a:path w="3010296" h="341376">
                  <a:moveTo>
                    <a:pt x="16934" y="0"/>
                  </a:moveTo>
                  <a:lnTo>
                    <a:pt x="2993363" y="0"/>
                  </a:lnTo>
                  <a:cubicBezTo>
                    <a:pt x="3002715" y="0"/>
                    <a:pt x="3010296" y="7581"/>
                    <a:pt x="3010296" y="16934"/>
                  </a:cubicBezTo>
                  <a:lnTo>
                    <a:pt x="3010296" y="324443"/>
                  </a:lnTo>
                  <a:cubicBezTo>
                    <a:pt x="3010296" y="333795"/>
                    <a:pt x="3002715" y="341376"/>
                    <a:pt x="2993363" y="341376"/>
                  </a:cubicBezTo>
                  <a:lnTo>
                    <a:pt x="16934" y="341376"/>
                  </a:lnTo>
                  <a:cubicBezTo>
                    <a:pt x="7581" y="341376"/>
                    <a:pt x="0" y="333795"/>
                    <a:pt x="0" y="324443"/>
                  </a:cubicBezTo>
                  <a:lnTo>
                    <a:pt x="0" y="16934"/>
                  </a:lnTo>
                  <a:cubicBezTo>
                    <a:pt x="0" y="7581"/>
                    <a:pt x="7581" y="0"/>
                    <a:pt x="16934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010296" cy="369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162306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22600" y="1411458"/>
            <a:ext cx="4135674" cy="8189454"/>
          </a:xfrm>
          <a:custGeom>
            <a:avLst/>
            <a:gdLst/>
            <a:ahLst/>
            <a:cxnLst/>
            <a:rect l="l" t="t" r="r" b="b"/>
            <a:pathLst>
              <a:path w="4135674" h="8189454">
                <a:moveTo>
                  <a:pt x="0" y="0"/>
                </a:moveTo>
                <a:lnTo>
                  <a:pt x="4135674" y="0"/>
                </a:lnTo>
                <a:lnTo>
                  <a:pt x="4135674" y="8189453"/>
                </a:lnTo>
                <a:lnTo>
                  <a:pt x="0" y="8189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-1699891">
            <a:off x="15350021" y="1820462"/>
            <a:ext cx="233542" cy="151985"/>
            <a:chOff x="0" y="0"/>
            <a:chExt cx="1160489" cy="7552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60489" cy="755227"/>
            </a:xfrm>
            <a:custGeom>
              <a:avLst/>
              <a:gdLst/>
              <a:ahLst/>
              <a:cxnLst/>
              <a:rect l="l" t="t" r="r" b="b"/>
              <a:pathLst>
                <a:path w="1160489" h="755227">
                  <a:moveTo>
                    <a:pt x="580244" y="0"/>
                  </a:moveTo>
                  <a:cubicBezTo>
                    <a:pt x="259784" y="0"/>
                    <a:pt x="0" y="169063"/>
                    <a:pt x="0" y="377613"/>
                  </a:cubicBezTo>
                  <a:cubicBezTo>
                    <a:pt x="0" y="586163"/>
                    <a:pt x="259784" y="755227"/>
                    <a:pt x="580244" y="755227"/>
                  </a:cubicBezTo>
                  <a:cubicBezTo>
                    <a:pt x="900704" y="755227"/>
                    <a:pt x="1160489" y="586163"/>
                    <a:pt x="1160489" y="377613"/>
                  </a:cubicBezTo>
                  <a:cubicBezTo>
                    <a:pt x="1160489" y="169063"/>
                    <a:pt x="900704" y="0"/>
                    <a:pt x="580244" y="0"/>
                  </a:cubicBezTo>
                  <a:close/>
                </a:path>
              </a:pathLst>
            </a:custGeom>
            <a:solidFill>
              <a:srgbClr val="F9FA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8796" y="42228"/>
              <a:ext cx="942897" cy="642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699891">
            <a:off x="15645204" y="1742050"/>
            <a:ext cx="96725" cy="160802"/>
            <a:chOff x="0" y="0"/>
            <a:chExt cx="480635" cy="7990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0635" cy="799039"/>
            </a:xfrm>
            <a:custGeom>
              <a:avLst/>
              <a:gdLst/>
              <a:ahLst/>
              <a:cxnLst/>
              <a:rect l="l" t="t" r="r" b="b"/>
              <a:pathLst>
                <a:path w="480635" h="799039">
                  <a:moveTo>
                    <a:pt x="240318" y="0"/>
                  </a:moveTo>
                  <a:cubicBezTo>
                    <a:pt x="107594" y="0"/>
                    <a:pt x="0" y="178871"/>
                    <a:pt x="0" y="399520"/>
                  </a:cubicBezTo>
                  <a:cubicBezTo>
                    <a:pt x="0" y="620168"/>
                    <a:pt x="107594" y="799039"/>
                    <a:pt x="240318" y="799039"/>
                  </a:cubicBezTo>
                  <a:cubicBezTo>
                    <a:pt x="373041" y="799039"/>
                    <a:pt x="480635" y="620168"/>
                    <a:pt x="480635" y="399520"/>
                  </a:cubicBezTo>
                  <a:cubicBezTo>
                    <a:pt x="480635" y="178871"/>
                    <a:pt x="373041" y="0"/>
                    <a:pt x="240318" y="0"/>
                  </a:cubicBezTo>
                  <a:close/>
                </a:path>
              </a:pathLst>
            </a:custGeom>
            <a:solidFill>
              <a:srgbClr val="F9FA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45060" y="46335"/>
              <a:ext cx="390516" cy="677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034918" y="8299861"/>
            <a:ext cx="1134348" cy="646578"/>
          </a:xfrm>
          <a:custGeom>
            <a:avLst/>
            <a:gdLst/>
            <a:ahLst/>
            <a:cxnLst/>
            <a:rect l="l" t="t" r="r" b="b"/>
            <a:pathLst>
              <a:path w="1134348" h="646578">
                <a:moveTo>
                  <a:pt x="0" y="0"/>
                </a:moveTo>
                <a:lnTo>
                  <a:pt x="1134349" y="0"/>
                </a:lnTo>
                <a:lnTo>
                  <a:pt x="1134349" y="646578"/>
                </a:lnTo>
                <a:lnTo>
                  <a:pt x="0" y="646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17852" y="8299861"/>
            <a:ext cx="1134348" cy="646578"/>
          </a:xfrm>
          <a:custGeom>
            <a:avLst/>
            <a:gdLst/>
            <a:ahLst/>
            <a:cxnLst/>
            <a:rect l="l" t="t" r="r" b="b"/>
            <a:pathLst>
              <a:path w="1134348" h="646578">
                <a:moveTo>
                  <a:pt x="0" y="0"/>
                </a:moveTo>
                <a:lnTo>
                  <a:pt x="1134349" y="0"/>
                </a:lnTo>
                <a:lnTo>
                  <a:pt x="1134349" y="646578"/>
                </a:lnTo>
                <a:lnTo>
                  <a:pt x="0" y="646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7969" y="1106654"/>
            <a:ext cx="15914477" cy="8426491"/>
          </a:xfrm>
          <a:custGeom>
            <a:avLst/>
            <a:gdLst/>
            <a:ahLst/>
            <a:cxnLst/>
            <a:rect l="l" t="t" r="r" b="b"/>
            <a:pathLst>
              <a:path w="15914477" h="8426491">
                <a:moveTo>
                  <a:pt x="0" y="0"/>
                </a:moveTo>
                <a:lnTo>
                  <a:pt x="15914477" y="0"/>
                </a:lnTo>
                <a:lnTo>
                  <a:pt x="15914477" y="8426491"/>
                </a:lnTo>
                <a:lnTo>
                  <a:pt x="0" y="8426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0" t="-13320" r="-6529"/>
            </a:stretch>
          </a:blipFill>
        </p:spPr>
      </p:sp>
      <p:sp>
        <p:nvSpPr>
          <p:cNvPr id="16" name="Freeform 16"/>
          <p:cNvSpPr/>
          <p:nvPr/>
        </p:nvSpPr>
        <p:spPr>
          <a:xfrm rot="-6901227">
            <a:off x="-548444" y="-1639158"/>
            <a:ext cx="2743663" cy="2688789"/>
          </a:xfrm>
          <a:custGeom>
            <a:avLst/>
            <a:gdLst/>
            <a:ahLst/>
            <a:cxnLst/>
            <a:rect l="l" t="t" r="r" b="b"/>
            <a:pathLst>
              <a:path w="2743663" h="2688789">
                <a:moveTo>
                  <a:pt x="0" y="0"/>
                </a:moveTo>
                <a:lnTo>
                  <a:pt x="2743662" y="0"/>
                </a:lnTo>
                <a:lnTo>
                  <a:pt x="2743662" y="2688789"/>
                </a:lnTo>
                <a:lnTo>
                  <a:pt x="0" y="26887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6901227">
            <a:off x="16270404" y="9052523"/>
            <a:ext cx="2743663" cy="2688789"/>
          </a:xfrm>
          <a:custGeom>
            <a:avLst/>
            <a:gdLst/>
            <a:ahLst/>
            <a:cxnLst/>
            <a:rect l="l" t="t" r="r" b="b"/>
            <a:pathLst>
              <a:path w="2743663" h="2688789">
                <a:moveTo>
                  <a:pt x="0" y="0"/>
                </a:moveTo>
                <a:lnTo>
                  <a:pt x="2743662" y="0"/>
                </a:lnTo>
                <a:lnTo>
                  <a:pt x="2743662" y="2688790"/>
                </a:lnTo>
                <a:lnTo>
                  <a:pt x="0" y="26887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026771" y="812519"/>
            <a:ext cx="2014802" cy="2014802"/>
          </a:xfrm>
          <a:custGeom>
            <a:avLst/>
            <a:gdLst/>
            <a:ahLst/>
            <a:cxnLst/>
            <a:rect l="l" t="t" r="r" b="b"/>
            <a:pathLst>
              <a:path w="2014802" h="2014802">
                <a:moveTo>
                  <a:pt x="0" y="0"/>
                </a:moveTo>
                <a:lnTo>
                  <a:pt x="2014802" y="0"/>
                </a:lnTo>
                <a:lnTo>
                  <a:pt x="2014802" y="2014803"/>
                </a:lnTo>
                <a:lnTo>
                  <a:pt x="0" y="20148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17852" y="7046922"/>
            <a:ext cx="5299657" cy="557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9865" lvl="1" indent="-349932" algn="l">
              <a:lnSpc>
                <a:spcPts val="4538"/>
              </a:lnSpc>
              <a:buFont typeface="Arial"/>
              <a:buChar char="•"/>
            </a:pPr>
            <a:r>
              <a:rPr lang="en-US" sz="3241" spc="12">
                <a:solidFill>
                  <a:srgbClr val="F9FA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Clinical Manifestations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6230600" y="-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699891">
            <a:off x="15350021" y="1820462"/>
            <a:ext cx="233542" cy="151985"/>
            <a:chOff x="0" y="0"/>
            <a:chExt cx="1160489" cy="7552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60489" cy="755227"/>
            </a:xfrm>
            <a:custGeom>
              <a:avLst/>
              <a:gdLst/>
              <a:ahLst/>
              <a:cxnLst/>
              <a:rect l="l" t="t" r="r" b="b"/>
              <a:pathLst>
                <a:path w="1160489" h="755227">
                  <a:moveTo>
                    <a:pt x="580244" y="0"/>
                  </a:moveTo>
                  <a:cubicBezTo>
                    <a:pt x="259784" y="0"/>
                    <a:pt x="0" y="169063"/>
                    <a:pt x="0" y="377613"/>
                  </a:cubicBezTo>
                  <a:cubicBezTo>
                    <a:pt x="0" y="586163"/>
                    <a:pt x="259784" y="755227"/>
                    <a:pt x="580244" y="755227"/>
                  </a:cubicBezTo>
                  <a:cubicBezTo>
                    <a:pt x="900704" y="755227"/>
                    <a:pt x="1160489" y="586163"/>
                    <a:pt x="1160489" y="377613"/>
                  </a:cubicBezTo>
                  <a:cubicBezTo>
                    <a:pt x="1160489" y="169063"/>
                    <a:pt x="900704" y="0"/>
                    <a:pt x="580244" y="0"/>
                  </a:cubicBezTo>
                  <a:close/>
                </a:path>
              </a:pathLst>
            </a:custGeom>
            <a:solidFill>
              <a:srgbClr val="F9FA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8796" y="42228"/>
              <a:ext cx="942897" cy="642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699891">
            <a:off x="15645204" y="1742050"/>
            <a:ext cx="96725" cy="160802"/>
            <a:chOff x="0" y="0"/>
            <a:chExt cx="480635" cy="7990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0635" cy="799039"/>
            </a:xfrm>
            <a:custGeom>
              <a:avLst/>
              <a:gdLst/>
              <a:ahLst/>
              <a:cxnLst/>
              <a:rect l="l" t="t" r="r" b="b"/>
              <a:pathLst>
                <a:path w="480635" h="799039">
                  <a:moveTo>
                    <a:pt x="240318" y="0"/>
                  </a:moveTo>
                  <a:cubicBezTo>
                    <a:pt x="107594" y="0"/>
                    <a:pt x="0" y="178871"/>
                    <a:pt x="0" y="399520"/>
                  </a:cubicBezTo>
                  <a:cubicBezTo>
                    <a:pt x="0" y="620168"/>
                    <a:pt x="107594" y="799039"/>
                    <a:pt x="240318" y="799039"/>
                  </a:cubicBezTo>
                  <a:cubicBezTo>
                    <a:pt x="373041" y="799039"/>
                    <a:pt x="480635" y="620168"/>
                    <a:pt x="480635" y="399520"/>
                  </a:cubicBezTo>
                  <a:cubicBezTo>
                    <a:pt x="480635" y="178871"/>
                    <a:pt x="373041" y="0"/>
                    <a:pt x="240318" y="0"/>
                  </a:cubicBezTo>
                  <a:close/>
                </a:path>
              </a:pathLst>
            </a:custGeom>
            <a:solidFill>
              <a:srgbClr val="F9FA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45060" y="46335"/>
              <a:ext cx="390516" cy="677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064259" y="8299564"/>
            <a:ext cx="1142104" cy="650999"/>
          </a:xfrm>
          <a:custGeom>
            <a:avLst/>
            <a:gdLst/>
            <a:ahLst/>
            <a:cxnLst/>
            <a:rect l="l" t="t" r="r" b="b"/>
            <a:pathLst>
              <a:path w="1142104" h="650999">
                <a:moveTo>
                  <a:pt x="0" y="0"/>
                </a:moveTo>
                <a:lnTo>
                  <a:pt x="1142103" y="0"/>
                </a:lnTo>
                <a:lnTo>
                  <a:pt x="1142103" y="650999"/>
                </a:lnTo>
                <a:lnTo>
                  <a:pt x="0" y="6509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80757" y="8299564"/>
            <a:ext cx="1142104" cy="650999"/>
          </a:xfrm>
          <a:custGeom>
            <a:avLst/>
            <a:gdLst/>
            <a:ahLst/>
            <a:cxnLst/>
            <a:rect l="l" t="t" r="r" b="b"/>
            <a:pathLst>
              <a:path w="1142104" h="650999">
                <a:moveTo>
                  <a:pt x="0" y="0"/>
                </a:moveTo>
                <a:lnTo>
                  <a:pt x="1142103" y="0"/>
                </a:lnTo>
                <a:lnTo>
                  <a:pt x="1142103" y="650999"/>
                </a:lnTo>
                <a:lnTo>
                  <a:pt x="0" y="6509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010781" y="1028700"/>
            <a:ext cx="13922484" cy="9190309"/>
          </a:xfrm>
          <a:custGeom>
            <a:avLst/>
            <a:gdLst/>
            <a:ahLst/>
            <a:cxnLst/>
            <a:rect l="l" t="t" r="r" b="b"/>
            <a:pathLst>
              <a:path w="13922484" h="9190309">
                <a:moveTo>
                  <a:pt x="0" y="0"/>
                </a:moveTo>
                <a:lnTo>
                  <a:pt x="13922484" y="0"/>
                </a:lnTo>
                <a:lnTo>
                  <a:pt x="13922484" y="9190309"/>
                </a:lnTo>
                <a:lnTo>
                  <a:pt x="0" y="9190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46" t="-974" b="-97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206960" y="71284"/>
            <a:ext cx="8958653" cy="81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13"/>
              </a:lnSpc>
              <a:spcBef>
                <a:spcPct val="0"/>
              </a:spcBef>
            </a:pPr>
            <a:r>
              <a:rPr lang="en-US" sz="4724">
                <a:solidFill>
                  <a:srgbClr val="000000"/>
                </a:solidFill>
                <a:latin typeface="Rye"/>
                <a:ea typeface="Rye"/>
                <a:cs typeface="Rye"/>
                <a:sym typeface="Rye"/>
              </a:rPr>
              <a:t>ARCHITECTURE DIAGRAM </a:t>
            </a:r>
          </a:p>
        </p:txBody>
      </p:sp>
      <p:sp>
        <p:nvSpPr>
          <p:cNvPr id="13" name="Freeform 13"/>
          <p:cNvSpPr/>
          <p:nvPr/>
        </p:nvSpPr>
        <p:spPr>
          <a:xfrm rot="-9279530">
            <a:off x="74629" y="-272186"/>
            <a:ext cx="1908142" cy="1869979"/>
          </a:xfrm>
          <a:custGeom>
            <a:avLst/>
            <a:gdLst/>
            <a:ahLst/>
            <a:cxnLst/>
            <a:rect l="l" t="t" r="r" b="b"/>
            <a:pathLst>
              <a:path w="1908142" h="1869979">
                <a:moveTo>
                  <a:pt x="0" y="0"/>
                </a:moveTo>
                <a:lnTo>
                  <a:pt x="1908142" y="0"/>
                </a:lnTo>
                <a:lnTo>
                  <a:pt x="1908142" y="1869979"/>
                </a:lnTo>
                <a:lnTo>
                  <a:pt x="0" y="18699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2924383">
            <a:off x="5034" y="8534920"/>
            <a:ext cx="1908142" cy="1869979"/>
          </a:xfrm>
          <a:custGeom>
            <a:avLst/>
            <a:gdLst/>
            <a:ahLst/>
            <a:cxnLst/>
            <a:rect l="l" t="t" r="r" b="b"/>
            <a:pathLst>
              <a:path w="1908142" h="1869979">
                <a:moveTo>
                  <a:pt x="0" y="0"/>
                </a:moveTo>
                <a:lnTo>
                  <a:pt x="1908142" y="0"/>
                </a:lnTo>
                <a:lnTo>
                  <a:pt x="1908142" y="1869979"/>
                </a:lnTo>
                <a:lnTo>
                  <a:pt x="0" y="18699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5400000">
            <a:off x="16230600" y="813610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3301960">
            <a:off x="16589520" y="8682266"/>
            <a:ext cx="1908142" cy="1869979"/>
          </a:xfrm>
          <a:custGeom>
            <a:avLst/>
            <a:gdLst/>
            <a:ahLst/>
            <a:cxnLst/>
            <a:rect l="l" t="t" r="r" b="b"/>
            <a:pathLst>
              <a:path w="1908142" h="1869979">
                <a:moveTo>
                  <a:pt x="0" y="0"/>
                </a:moveTo>
                <a:lnTo>
                  <a:pt x="1908142" y="0"/>
                </a:lnTo>
                <a:lnTo>
                  <a:pt x="1908142" y="1869979"/>
                </a:lnTo>
                <a:lnTo>
                  <a:pt x="0" y="18699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7445704">
            <a:off x="16910484" y="-86063"/>
            <a:ext cx="1908142" cy="1869979"/>
          </a:xfrm>
          <a:custGeom>
            <a:avLst/>
            <a:gdLst/>
            <a:ahLst/>
            <a:cxnLst/>
            <a:rect l="l" t="t" r="r" b="b"/>
            <a:pathLst>
              <a:path w="1908142" h="1869979">
                <a:moveTo>
                  <a:pt x="0" y="0"/>
                </a:moveTo>
                <a:lnTo>
                  <a:pt x="1908141" y="0"/>
                </a:lnTo>
                <a:lnTo>
                  <a:pt x="1908141" y="1869979"/>
                </a:lnTo>
                <a:lnTo>
                  <a:pt x="0" y="18699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34029">
            <a:off x="14374054" y="6812200"/>
            <a:ext cx="3894978" cy="3817078"/>
          </a:xfrm>
          <a:custGeom>
            <a:avLst/>
            <a:gdLst/>
            <a:ahLst/>
            <a:cxnLst/>
            <a:rect l="l" t="t" r="r" b="b"/>
            <a:pathLst>
              <a:path w="3894978" h="3817078">
                <a:moveTo>
                  <a:pt x="0" y="0"/>
                </a:moveTo>
                <a:lnTo>
                  <a:pt x="3894978" y="0"/>
                </a:lnTo>
                <a:lnTo>
                  <a:pt x="3894978" y="3817078"/>
                </a:lnTo>
                <a:lnTo>
                  <a:pt x="0" y="3817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9677772"/>
            <a:ext cx="18288000" cy="1676781"/>
            <a:chOff x="0" y="0"/>
            <a:chExt cx="4816593" cy="4416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1621"/>
            </a:xfrm>
            <a:custGeom>
              <a:avLst/>
              <a:gdLst/>
              <a:ahLst/>
              <a:cxnLst/>
              <a:rect l="l" t="t" r="r" b="b"/>
              <a:pathLst>
                <a:path w="4816592" h="441621">
                  <a:moveTo>
                    <a:pt x="10583" y="0"/>
                  </a:moveTo>
                  <a:lnTo>
                    <a:pt x="4806009" y="0"/>
                  </a:lnTo>
                  <a:cubicBezTo>
                    <a:pt x="4808816" y="0"/>
                    <a:pt x="4811508" y="1115"/>
                    <a:pt x="4813493" y="3100"/>
                  </a:cubicBezTo>
                  <a:cubicBezTo>
                    <a:pt x="4815477" y="5085"/>
                    <a:pt x="4816592" y="7776"/>
                    <a:pt x="4816592" y="10583"/>
                  </a:cubicBezTo>
                  <a:lnTo>
                    <a:pt x="4816592" y="431038"/>
                  </a:lnTo>
                  <a:cubicBezTo>
                    <a:pt x="4816592" y="433845"/>
                    <a:pt x="4815477" y="436537"/>
                    <a:pt x="4813493" y="438522"/>
                  </a:cubicBezTo>
                  <a:cubicBezTo>
                    <a:pt x="4811508" y="440506"/>
                    <a:pt x="4808816" y="441621"/>
                    <a:pt x="4806009" y="441621"/>
                  </a:cubicBezTo>
                  <a:lnTo>
                    <a:pt x="10583" y="441621"/>
                  </a:lnTo>
                  <a:cubicBezTo>
                    <a:pt x="7776" y="441621"/>
                    <a:pt x="5085" y="440506"/>
                    <a:pt x="3100" y="438522"/>
                  </a:cubicBezTo>
                  <a:cubicBezTo>
                    <a:pt x="1115" y="436537"/>
                    <a:pt x="0" y="433845"/>
                    <a:pt x="0" y="431038"/>
                  </a:cubicBezTo>
                  <a:lnTo>
                    <a:pt x="0" y="10583"/>
                  </a:lnTo>
                  <a:cubicBezTo>
                    <a:pt x="0" y="7776"/>
                    <a:pt x="1115" y="5085"/>
                    <a:pt x="3100" y="3100"/>
                  </a:cubicBezTo>
                  <a:cubicBezTo>
                    <a:pt x="5085" y="1115"/>
                    <a:pt x="7776" y="0"/>
                    <a:pt x="10583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816593" cy="470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8295060">
            <a:off x="15755978" y="-444556"/>
            <a:ext cx="3006645" cy="2946512"/>
          </a:xfrm>
          <a:custGeom>
            <a:avLst/>
            <a:gdLst/>
            <a:ahLst/>
            <a:cxnLst/>
            <a:rect l="l" t="t" r="r" b="b"/>
            <a:pathLst>
              <a:path w="3006645" h="2946512">
                <a:moveTo>
                  <a:pt x="0" y="0"/>
                </a:moveTo>
                <a:lnTo>
                  <a:pt x="3006644" y="0"/>
                </a:lnTo>
                <a:lnTo>
                  <a:pt x="3006644" y="2946512"/>
                </a:lnTo>
                <a:lnTo>
                  <a:pt x="0" y="2946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8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52395" y="781380"/>
            <a:ext cx="17403185" cy="8724241"/>
          </a:xfrm>
          <a:custGeom>
            <a:avLst/>
            <a:gdLst/>
            <a:ahLst/>
            <a:cxnLst/>
            <a:rect l="l" t="t" r="r" b="b"/>
            <a:pathLst>
              <a:path w="17403185" h="8724241">
                <a:moveTo>
                  <a:pt x="0" y="0"/>
                </a:moveTo>
                <a:lnTo>
                  <a:pt x="17403185" y="0"/>
                </a:lnTo>
                <a:lnTo>
                  <a:pt x="17403185" y="8724240"/>
                </a:lnTo>
                <a:lnTo>
                  <a:pt x="0" y="8724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246" b="-3961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71802">
            <a:off x="15259393" y="7265227"/>
            <a:ext cx="3614669" cy="3542376"/>
          </a:xfrm>
          <a:custGeom>
            <a:avLst/>
            <a:gdLst/>
            <a:ahLst/>
            <a:cxnLst/>
            <a:rect l="l" t="t" r="r" b="b"/>
            <a:pathLst>
              <a:path w="3614669" h="3542376">
                <a:moveTo>
                  <a:pt x="0" y="0"/>
                </a:moveTo>
                <a:lnTo>
                  <a:pt x="3614669" y="0"/>
                </a:lnTo>
                <a:lnTo>
                  <a:pt x="3614669" y="3542376"/>
                </a:lnTo>
                <a:lnTo>
                  <a:pt x="0" y="3542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47783">
            <a:off x="12994979" y="8734676"/>
            <a:ext cx="2218540" cy="2174169"/>
          </a:xfrm>
          <a:custGeom>
            <a:avLst/>
            <a:gdLst/>
            <a:ahLst/>
            <a:cxnLst/>
            <a:rect l="l" t="t" r="r" b="b"/>
            <a:pathLst>
              <a:path w="2218540" h="2174169">
                <a:moveTo>
                  <a:pt x="0" y="0"/>
                </a:moveTo>
                <a:lnTo>
                  <a:pt x="2218540" y="0"/>
                </a:lnTo>
                <a:lnTo>
                  <a:pt x="2218540" y="2174169"/>
                </a:lnTo>
                <a:lnTo>
                  <a:pt x="0" y="21741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44793" flipH="1">
            <a:off x="-816720" y="4135583"/>
            <a:ext cx="7167682" cy="7276835"/>
          </a:xfrm>
          <a:custGeom>
            <a:avLst/>
            <a:gdLst/>
            <a:ahLst/>
            <a:cxnLst/>
            <a:rect l="l" t="t" r="r" b="b"/>
            <a:pathLst>
              <a:path w="7167682" h="7276835">
                <a:moveTo>
                  <a:pt x="7167682" y="0"/>
                </a:moveTo>
                <a:lnTo>
                  <a:pt x="0" y="0"/>
                </a:lnTo>
                <a:lnTo>
                  <a:pt x="0" y="7276835"/>
                </a:lnTo>
                <a:lnTo>
                  <a:pt x="7167682" y="7276835"/>
                </a:lnTo>
                <a:lnTo>
                  <a:pt x="7167682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90442" y="3482865"/>
            <a:ext cx="13707116" cy="2997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87"/>
              </a:lnSpc>
            </a:pPr>
            <a:r>
              <a:rPr lang="en-US" sz="17562" spc="70">
                <a:solidFill>
                  <a:srgbClr val="050A30"/>
                </a:solidFill>
                <a:latin typeface="Rye"/>
                <a:ea typeface="Rye"/>
                <a:cs typeface="Rye"/>
                <a:sym typeface="Rye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 rot="9428197">
            <a:off x="-586062" y="-520603"/>
            <a:ext cx="3614669" cy="3542376"/>
          </a:xfrm>
          <a:custGeom>
            <a:avLst/>
            <a:gdLst/>
            <a:ahLst/>
            <a:cxnLst/>
            <a:rect l="l" t="t" r="r" b="b"/>
            <a:pathLst>
              <a:path w="3614669" h="3542376">
                <a:moveTo>
                  <a:pt x="0" y="0"/>
                </a:moveTo>
                <a:lnTo>
                  <a:pt x="3614669" y="0"/>
                </a:lnTo>
                <a:lnTo>
                  <a:pt x="3614669" y="3542376"/>
                </a:lnTo>
                <a:lnTo>
                  <a:pt x="0" y="3542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152216">
            <a:off x="3074481" y="-621845"/>
            <a:ext cx="2218540" cy="2174169"/>
          </a:xfrm>
          <a:custGeom>
            <a:avLst/>
            <a:gdLst/>
            <a:ahLst/>
            <a:cxnLst/>
            <a:rect l="l" t="t" r="r" b="b"/>
            <a:pathLst>
              <a:path w="2218540" h="2174169">
                <a:moveTo>
                  <a:pt x="0" y="0"/>
                </a:moveTo>
                <a:lnTo>
                  <a:pt x="2218540" y="0"/>
                </a:lnTo>
                <a:lnTo>
                  <a:pt x="2218540" y="2174169"/>
                </a:lnTo>
                <a:lnTo>
                  <a:pt x="0" y="21741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49306">
            <a:off x="13906200" y="-537562"/>
            <a:ext cx="5315425" cy="2418518"/>
          </a:xfrm>
          <a:custGeom>
            <a:avLst/>
            <a:gdLst/>
            <a:ahLst/>
            <a:cxnLst/>
            <a:rect l="l" t="t" r="r" b="b"/>
            <a:pathLst>
              <a:path w="5315425" h="2418518">
                <a:moveTo>
                  <a:pt x="0" y="0"/>
                </a:moveTo>
                <a:lnTo>
                  <a:pt x="5315425" y="0"/>
                </a:lnTo>
                <a:lnTo>
                  <a:pt x="5315425" y="2418518"/>
                </a:lnTo>
                <a:lnTo>
                  <a:pt x="0" y="24185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</Words>
  <Application>Microsoft Office PowerPoint</Application>
  <PresentationFormat>Custom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Rye</vt:lpstr>
      <vt:lpstr>Glacial Indifference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Illustrated Minimalist Neurology Presentation</dc:title>
  <cp:lastModifiedBy>keerthi xx</cp:lastModifiedBy>
  <cp:revision>6</cp:revision>
  <dcterms:created xsi:type="dcterms:W3CDTF">2006-08-16T00:00:00Z</dcterms:created>
  <dcterms:modified xsi:type="dcterms:W3CDTF">2026-10-05T16:18:57Z</dcterms:modified>
  <dc:identifier>DAHXHfJazDc</dc:identifier>
</cp:coreProperties>
</file>